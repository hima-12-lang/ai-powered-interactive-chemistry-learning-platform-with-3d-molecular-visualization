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Chemistry Structure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 app for exploring chemical structures, tracking learning progress, and user accounts.</a:t>
            </a:r>
          </a:p>
          <a:p>
            <a:pPr/>
            <a:r>
              <a:t>Built with React, Vite, Express, PostgreSQL, and JWT authentication.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molecule viewers and structure comparisons.</a:t>
            </a:r>
          </a:p>
          <a:p>
            <a:pPr/>
            <a:r>
              <a:t>Signup/login with secure backend authentication.</a:t>
            </a:r>
          </a:p>
          <a:p>
            <a:pPr/>
            <a:r>
              <a:t>Progress storage in PostgreSQL for personalized learning.</a:t>
            </a:r>
          </a:p>
          <a:p>
            <a:pPr/>
            <a:r>
              <a:t>Responsive UI with modular React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+ Vite application in src/ with component-based UI.</a:t>
            </a:r>
          </a:p>
          <a:p>
            <a:pPr/>
            <a:r>
              <a:t>Main pages: molecule viewer, learning lab, comparison modal, chat assistant.</a:t>
            </a:r>
          </a:p>
          <a:p>
            <a:pPr/>
            <a:r>
              <a:t>Auth form and profile banner integrated with backend API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+ Express backend serving auth and progress APIs.</a:t>
            </a:r>
          </a:p>
          <a:p>
            <a:pPr/>
            <a:r>
              <a:t>PostgreSQL stores user accounts and progress data.</a:t>
            </a:r>
          </a:p>
          <a:p>
            <a:pPr/>
            <a:r>
              <a:t>Secure password hashing with bcrypt and JWT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frontend with npm and backend with Node/Express.</a:t>
            </a:r>
          </a:p>
          <a:p>
            <a:pPr/>
            <a:r>
              <a:t>Use .env for DB credentials and JWT secret.</a:t>
            </a:r>
          </a:p>
          <a:p>
            <a:pPr/>
            <a:r>
              <a:t>App supports signup, login, progress load/save, and logout.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submission-ready chemistry learning tool with auth and persistence.</a:t>
            </a:r>
          </a:p>
          <a:p>
            <a:pPr/>
            <a:r>
              <a:t>Designed to demonstrate full-stack web development skills.</a:t>
            </a:r>
          </a:p>
          <a:p>
            <a:pPr/>
            <a:r>
              <a:t>Includes documentation and backend integration for real data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